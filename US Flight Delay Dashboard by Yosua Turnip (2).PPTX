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USFlightDelayDashboardbyYosuaTurnip/USFlightDelay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F1806A2-B3D1-4588-8259-DEF003C12D7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US Flight Delay Dashboard by Yosua Turnip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CAA0BE0-D9B8-49E3-95E5-DD58048467B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3/7/2023 6:31:40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" id="2" name="slide2">
            <a:extLst>
              <a:ext uri="{FF2B5EF4-FFF2-40B4-BE49-F238E27FC236}">
                <a16:creationId xmlns:a16="http://schemas.microsoft.com/office/drawing/2014/main" id="{7EC76B58-79C3-461F-9C4C-1AC09162FC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854" y="0"/>
            <a:ext cx="1374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rrier" id="3" name="slide3">
            <a:extLst>
              <a:ext uri="{FF2B5EF4-FFF2-40B4-BE49-F238E27FC236}">
                <a16:creationId xmlns:a16="http://schemas.microsoft.com/office/drawing/2014/main" id="{AF0AA247-B23C-4B55-9324-CD360D72C3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91" y="0"/>
            <a:ext cx="3644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rrier Delay Percentage" id="4" name="slide4">
            <a:extLst>
              <a:ext uri="{FF2B5EF4-FFF2-40B4-BE49-F238E27FC236}">
                <a16:creationId xmlns:a16="http://schemas.microsoft.com/office/drawing/2014/main" id="{B207497A-FA8F-4269-AC21-19C4641C31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662" y="0"/>
            <a:ext cx="2278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Delay" id="5" name="slide5">
            <a:extLst>
              <a:ext uri="{FF2B5EF4-FFF2-40B4-BE49-F238E27FC236}">
                <a16:creationId xmlns:a16="http://schemas.microsoft.com/office/drawing/2014/main" id="{609E4D1E-CE23-4C2F-9593-0E6ACB34B7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104" y="2947554"/>
            <a:ext cx="3591791" cy="96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S Flight Delay" id="6" name="slide6">
            <a:extLst>
              <a:ext uri="{FF2B5EF4-FFF2-40B4-BE49-F238E27FC236}">
                <a16:creationId xmlns:a16="http://schemas.microsoft.com/office/drawing/2014/main" id="{D0C9289F-1B27-41B6-9F63-03132A02F4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779" y="0"/>
            <a:ext cx="2396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2023-03-07T06:31:44Z</dcterms:created>
  <dcterms:modified xsi:type="dcterms:W3CDTF">2023-03-07T06:31:44Z</dcterms:modified>
</cp:coreProperties>
</file>